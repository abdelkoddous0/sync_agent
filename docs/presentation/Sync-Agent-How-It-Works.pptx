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Sync Agent is a small Windows tray application that keeps one local folder and one Amazon S3 location in sync in both directions. In this talk: the problem it solves, how a user installs it, how it works inside, and the safety rules that make it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pain points: manual copying is unreliable; simple sync tools pick winners by timestamp or mirror deletions, which loses data; and AWS tooling is too technical for most office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headline features. Emphasize that it is two-way but conservative, and that the whole experience is designed so that a non-technical user can install and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installer file contains the whole application. It shows a plan, installs into the user profile with staging and rollback, checks for the AWS CLI (offering a verified download), and opens the setup wizard. It also adds a Start Menu shortcut and an Installed apps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wizard has four short steps. Every answer is validated immediately: a wrong bucket name or a relative folder path is reported and only that question is asked again. Access keys are verified against AWS before saving. A final review table shows everything before any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Sync Agent does not create AWS infrastructure. It selects a credential source. Access keys are the simplest; SSO is recommended where available. Background sync never opens a browser; when an SSO session expires the user signs in again from the tray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 changes, a periodic poll of S3 and the Sync now button only request work. A scheduler merges bursts (debounce) so saving a document ten times becomes one upload. A single worker does all reading, writing and transfers, so passes never overlap. The baseline records what both sides looked like after the last successful sync; it is the key to telling new, changed and deleted apart. Transfers use boto3 directly with conditional requests, not aws s3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pass follows the same five steps. Hashing is cached by size, modification time and file ID, but recently modified files are always re-read, and every transfer re-checks the full content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the tool. Each side is compared with the baseline, not with each other. One-sided changes are copied. Both-sided changes become conflicts: nothing is overwritten, the user keeps the version they want. Deletions are remembered rather than propagated unless the user opts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risky operation has a guard, and when a guard trips the operation is reported, never retried in a less safe way. Stopping the agent is cooperative: no process is ever force-killed.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rarely need anything but the tray icon. Show status lists the last pass, any conflicts and all settings. Reconfigure changes one group of settings at a time and restarts the agent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settings are validated before anything is saved. The full reference with every allowed value is in docs/configuration.md. Changing the folder, bucket or prefix starts a fresh sync history, so the next pass treats files on both sides as conflicts rather than overwriting.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Administrators can ship SyncAgentSetup.exe with a SyncAgent.config.json next to it. With --yes the installer asks nothing: it installs, validates and applies the settings, and starts the agent. Invalid settings are rejected before the running agent is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Upgrades copy the new version to a staging folder and test it before the old one is touched. The running agent is asked to stop; it is never killed. If anything fails, the old version is restored. Uninstall is available from Windows Settings and never deletes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build runs 217 automated tests and refuses to package on failure. A one-command acceptance script installs, starts, stops, upgrades and uninstalls the real installer in throwaway folders: 20 of 20 checks pass on Windows 11, and the same command is ready for Windows 10. Code signing is wired into the build and CI and was proven with a test certificate; it needs a real certificate. The live S3 tests passed against a real test bucket: conditional writes plus a full end-to-end sync, with every test object cleaned up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four takeaways, then the concrete next steps before a wider rollout.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F3A"/>
            </a:gs>
            <a:gs pos="100000">
              <a:srgbClr val="0E3A6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6040" y="2011680"/>
            <a:ext cx="868680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0" b="0">
                <a:solidFill>
                  <a:srgbClr val="FFFFFF"/>
                </a:solidFill>
                <a:latin typeface="Segoe UI Semibold"/>
              </a:rPr>
              <a:t>Sync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3017520"/>
            <a:ext cx="8686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>
                <a:solidFill>
                  <a:srgbClr val="A5F3FC"/>
                </a:solidFill>
                <a:latin typeface="Segoe UI"/>
              </a:rPr>
              <a:t>Keep a Windows folder in sync with Amazon S3,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3703320"/>
            <a:ext cx="8686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Segoe UI"/>
              </a:rPr>
              <a:t>How it works · How to install it · Why it is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806440"/>
            <a:ext cx="10424160" cy="1828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4241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Windows 10 / 11   ·   Amazon S3   ·   github.com/Abdelkoddous0/sync_agent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Files are created on PCs, but they need to live safely in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1089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Segoe UI Semibold"/>
              </a:rPr>
              <a:t>Files live on PCs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310896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Scans, reports and exports are saved locally. Copying them to S3 by hand is slow and forgotten.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78308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783080"/>
            <a:ext cx="3566160" cy="1097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103120"/>
            <a:ext cx="31089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Segoe UI Semibold"/>
              </a:rPr>
              <a:t>Naive sync loses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743200"/>
            <a:ext cx="310896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“Newest wins” overwrites a colleague’s edit. A mirror tool deletes files everywhere after one mistake.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783080"/>
            <a:ext cx="3566160" cy="109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103120"/>
            <a:ext cx="31089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Segoe UI Semibold"/>
              </a:rPr>
              <a:t>AWS setup is technical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743200"/>
            <a:ext cx="310896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AWS CLI commands, profiles and credentials are a barrier for non-technical users.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0">
                <a:solidFill>
                  <a:srgbClr val="A5F3FC"/>
                </a:solidFill>
                <a:latin typeface="Segoe UI Semibold"/>
              </a:rPr>
              <a:t>Sync Agent: </a:t>
            </a:r>
            <a:r>
              <a:rPr sz="2000" b="0">
                <a:solidFill>
                  <a:srgbClr val="FFFFFF"/>
                </a:solidFill>
                <a:latin typeface="Segoe UI"/>
              </a:rPr>
              <a:t>a cautious two-way sync that anyone can install in a minute.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What Sync Agent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One Windows program, one folder, one S3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01167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7"/>
            <a:ext cx="25146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Two-way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97480"/>
            <a:ext cx="31089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New and changed files go up to S3 and come down from S3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73736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2011679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799" y="2029967"/>
            <a:ext cx="25146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Safe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697480"/>
            <a:ext cx="31089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Never overwrites a file changed on both sides; deletions are off by default.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3736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201167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29967"/>
            <a:ext cx="25146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One-file installer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697480"/>
            <a:ext cx="31089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Double-click SyncAgentSetup.exe, answer four questions, done. No admin rights.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251959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70248"/>
            <a:ext cx="25146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Lives in the tray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37759"/>
            <a:ext cx="31089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No windows to manage. The icon shows syncing (amber) or problems (red).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977639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1999" y="425195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799" y="4270248"/>
            <a:ext cx="25146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Flexible AWS sign-in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937759"/>
            <a:ext cx="31089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Access keys, company SSO, Roles Anywhere, existing profiles or workload roles.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977639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21040" y="4251959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270248"/>
            <a:ext cx="25146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Easy to roll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1" y="4937759"/>
            <a:ext cx="31089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One prepared settings file next to the installer sets up many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Installing it takes about a 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Per user · no administrator rights · no Python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691640"/>
            <a:ext cx="2291486" cy="868680"/>
          </a:xfrm>
          <a:prstGeom prst="homePlat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Double-click installer</a:t>
            </a:r>
          </a:p>
        </p:txBody>
      </p:sp>
      <p:sp>
        <p:nvSpPr>
          <p:cNvPr id="8" name="Chevron 7"/>
          <p:cNvSpPr/>
          <p:nvPr/>
        </p:nvSpPr>
        <p:spPr>
          <a:xfrm>
            <a:off x="2693822" y="1691640"/>
            <a:ext cx="2291486" cy="8686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Confirm the plan</a:t>
            </a:r>
          </a:p>
        </p:txBody>
      </p:sp>
      <p:sp>
        <p:nvSpPr>
          <p:cNvPr id="9" name="Chevron 8"/>
          <p:cNvSpPr/>
          <p:nvPr/>
        </p:nvSpPr>
        <p:spPr>
          <a:xfrm>
            <a:off x="4839004" y="1691640"/>
            <a:ext cx="2291486" cy="8686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AWS CLI check</a:t>
            </a:r>
          </a:p>
        </p:txBody>
      </p:sp>
      <p:sp>
        <p:nvSpPr>
          <p:cNvPr id="10" name="Chevron 9"/>
          <p:cNvSpPr/>
          <p:nvPr/>
        </p:nvSpPr>
        <p:spPr>
          <a:xfrm>
            <a:off x="6984187" y="1691640"/>
            <a:ext cx="2291486" cy="8686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4-step wizard</a:t>
            </a:r>
          </a:p>
        </p:txBody>
      </p:sp>
      <p:sp>
        <p:nvSpPr>
          <p:cNvPr id="11" name="Chevron 10"/>
          <p:cNvSpPr/>
          <p:nvPr/>
        </p:nvSpPr>
        <p:spPr>
          <a:xfrm>
            <a:off x="9129369" y="1691640"/>
            <a:ext cx="2291486" cy="868680"/>
          </a:xfrm>
          <a:prstGeom prst="chevron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Running in tray</a:t>
            </a:r>
          </a:p>
        </p:txBody>
      </p:sp>
      <p:pic>
        <p:nvPicPr>
          <p:cNvPr id="12" name="Picture 11" descr="insta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926080"/>
            <a:ext cx="7659074" cy="324612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A guided setup in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Defaults are pre-filled; a typo only re-asks that one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19072"/>
            <a:ext cx="192024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4231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Computer name, used for logs and the suggested S3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11296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1719072"/>
            <a:ext cx="192024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AWS 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240280"/>
            <a:ext cx="24231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Region and method: access keys, SSO, Roles Anywhere, profile or workload.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9359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719072"/>
            <a:ext cx="192024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Folders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240280"/>
            <a:ext cx="24231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Local folder (created for you), bucket name and prefix inside the bucket.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07424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2" y="1719072"/>
            <a:ext cx="192024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Sync 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240280"/>
            <a:ext cx="24231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Timers, downloads on/off, deletions (off), exclusions, start at login.</a:t>
            </a:r>
          </a:p>
        </p:txBody>
      </p:sp>
      <p:pic>
        <p:nvPicPr>
          <p:cNvPr id="23" name="Picture 22" descr="wizard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6675120" cy="306043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24" name="Picture 23" descr="wizard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200400"/>
            <a:ext cx="3977639" cy="229555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5" name="Rounded Rectangle 24"/>
          <p:cNvSpPr/>
          <p:nvPr/>
        </p:nvSpPr>
        <p:spPr>
          <a:xfrm>
            <a:off x="7635240" y="5623560"/>
            <a:ext cx="3977639" cy="548640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5803D"/>
                </a:solidFill>
                <a:latin typeface="Segoe UI Semibold"/>
              </a:rPr>
              <a:t>Nothing is saved until you confirm this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Five ways to sign in to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Use whatever your organization already has; credentials never go in the settings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4663440"/>
              </a:tblGrid>
              <a:tr h="65532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Segoe UI Semibold"/>
                        </a:rPr>
                        <a:t>Method</a:t>
                      </a:r>
                    </a:p>
                  </a:txBody>
                  <a:tcPr marL="137160" marR="137160">
                    <a:solidFill>
                      <a:srgbClr val="2563EB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Segoe UI Semibold"/>
                        </a:rPr>
                        <a:t>Use it when</a:t>
                      </a:r>
                    </a:p>
                  </a:txBody>
                  <a:tcPr marL="137160" marR="137160">
                    <a:solidFill>
                      <a:srgbClr val="2563EB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Segoe UI Semibold"/>
                        </a:rPr>
                        <a:t>You provide</a:t>
                      </a:r>
                    </a:p>
                  </a:txBody>
                  <a:tcPr marL="137160" marR="137160">
                    <a:solidFill>
                      <a:srgbClr val="2563EB"/>
                    </a:solidFill>
                  </a:tcPr>
                </a:tc>
              </a:tr>
              <a:tr h="65532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 Semibold"/>
                        </a:rPr>
                        <a:t>1 · Access keys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Small setups with a dedicated IAM user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Key ID + secret (checked, then saved to the sync-agent profile)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 Semibold"/>
                        </a:rPr>
                        <a:t>2 · Browser SSO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Company uses IAM Identity Center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Profile name; browser sign-in after saving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 Semibold"/>
                        </a:rPr>
                        <a:t>3 · Roles Anywhere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Certificates are issued to computers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Name of the administrator’s certificate profile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 Semibold"/>
                        </a:rPr>
                        <a:t>4 · Workload chain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Running inside AWS (EC2, WorkSpaces)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Nothing: standard AWS SDK search order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 Semibold"/>
                        </a:rPr>
                        <a:t>5 · Other profile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A named profile already exists (e.g. assume-role)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F172A"/>
                          </a:solidFill>
                          <a:latin typeface="Segoe UI"/>
                        </a:rPr>
                        <a:t>Profile name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Least-privilege IAM policy (list, get, put on one prefix) is in docs/authentication.md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How it works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Three triggers feed one sync worker; nothing else touches files or 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94560" cy="8686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File watcher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local change seen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217420"/>
            <a:ext cx="548640" cy="12115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971800"/>
            <a:ext cx="2194560" cy="8686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Poll timer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every 30 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3406140"/>
            <a:ext cx="548640" cy="2286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4160520"/>
            <a:ext cx="2194560" cy="8686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Sync now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tray menu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43200" y="3429000"/>
            <a:ext cx="548640" cy="1165859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2971800"/>
            <a:ext cx="2103120" cy="9144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Scheduler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debounce 5 s, merge bursts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3429000"/>
            <a:ext cx="54864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0" y="2697480"/>
            <a:ext cx="2651760" cy="14630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Segoe UI Semibold"/>
              </a:rPr>
              <a:t>Sync worker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DBEAFE"/>
                </a:solidFill>
                <a:latin typeface="Segoe UI"/>
              </a:rPr>
              <a:t>one pass at a time</a:t>
            </a:r>
          </a:p>
        </p:txBody>
      </p:sp>
      <p:sp>
        <p:nvSpPr>
          <p:cNvPr id="16" name="Can 15"/>
          <p:cNvSpPr/>
          <p:nvPr/>
        </p:nvSpPr>
        <p:spPr>
          <a:xfrm>
            <a:off x="9555480" y="2606040"/>
            <a:ext cx="2057400" cy="1645920"/>
          </a:xfrm>
          <a:prstGeom prst="can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Amazon S3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bucket / prefix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3429000"/>
            <a:ext cx="960120" cy="0"/>
          </a:xfrm>
          <a:prstGeom prst="line">
            <a:avLst/>
          </a:prstGeom>
          <a:ln w="25400">
            <a:solidFill>
              <a:srgbClr val="47556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03920" y="2971800"/>
            <a:ext cx="11887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conditional
requests</a:t>
            </a:r>
          </a:p>
        </p:txBody>
      </p:sp>
      <p:sp>
        <p:nvSpPr>
          <p:cNvPr id="19" name="Can 18"/>
          <p:cNvSpPr/>
          <p:nvPr/>
        </p:nvSpPr>
        <p:spPr>
          <a:xfrm>
            <a:off x="5669280" y="4800600"/>
            <a:ext cx="1463040" cy="1143000"/>
          </a:xfrm>
          <a:prstGeom prst="can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Segoe UI Semibold"/>
              </a:rPr>
              <a:t>Local folder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your files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0" y="4160520"/>
            <a:ext cx="0" cy="640080"/>
          </a:xfrm>
          <a:prstGeom prst="line">
            <a:avLst/>
          </a:prstGeom>
          <a:ln w="25400">
            <a:solidFill>
              <a:srgbClr val="47556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n 20"/>
          <p:cNvSpPr/>
          <p:nvPr/>
        </p:nvSpPr>
        <p:spPr>
          <a:xfrm>
            <a:off x="7269480" y="4800600"/>
            <a:ext cx="1463040" cy="1143000"/>
          </a:xfrm>
          <a:prstGeom prst="can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Segoe UI Semibold"/>
              </a:rPr>
              <a:t>Baseline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last synced state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01000" y="4160520"/>
            <a:ext cx="0" cy="640080"/>
          </a:xfrm>
          <a:prstGeom prst="line">
            <a:avLst/>
          </a:prstGeom>
          <a:ln w="25400">
            <a:solidFill>
              <a:srgbClr val="47556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55480" y="4846320"/>
            <a:ext cx="2057400" cy="105156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 Semibold"/>
              </a:rPr>
              <a:t>Status + logs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tray dot, --status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95360" y="4023360"/>
            <a:ext cx="960120" cy="105156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One sync pass,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Triggered by a local change (after 5 s of quiet), every 30 s, or Sync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2395728"/>
            <a:ext cx="969264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201168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Scan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21031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Fingerprint each file (SHA-256). Unchanged files reuse their hash.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01168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017520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List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520440"/>
            <a:ext cx="21031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Read every object under the prefix with its version tag (ETag).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201168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Safety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20440"/>
            <a:ext cx="21031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Skip Windows-invalid, linked or case-clashing names.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201168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017520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Decide &amp; 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520440"/>
            <a:ext cx="21031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Compare both sides with the baseline: upload, download, skip or conflict.</a:t>
            </a:r>
          </a:p>
        </p:txBody>
      </p:sp>
      <p:sp>
        <p:nvSpPr>
          <p:cNvPr id="20" name="Oval 19"/>
          <p:cNvSpPr/>
          <p:nvPr/>
        </p:nvSpPr>
        <p:spPr>
          <a:xfrm>
            <a:off x="10149840" y="2011680"/>
            <a:ext cx="822960" cy="82296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017520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520440"/>
            <a:ext cx="21031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Store the new baseline; publish status for the tray and --status.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Segoe UI"/>
              </a:rPr>
              <a:t>Changes that arrive during a pass are kept and handled by the next pass. </a:t>
            </a:r>
            <a:r>
              <a:rPr sz="1500" b="0">
                <a:solidFill>
                  <a:srgbClr val="2563EB"/>
                </a:solidFill>
                <a:latin typeface="Segoe UI Semibold"/>
              </a:rPr>
              <a:t>Two passes never run at the same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How each file is decided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Compare both sides with the baseline, never “newest timestamp wins”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1737360" cy="8229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Segoe UI Semibold"/>
              </a:rPr>
              <a:t>Each 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3703320"/>
            <a:ext cx="502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2788920" y="2697480"/>
            <a:ext cx="2743200" cy="2011680"/>
          </a:xfrm>
          <a:prstGeom prst="diamond">
            <a:avLst/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 Semibold"/>
              </a:rPr>
              <a:t>What changed since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 Semibold"/>
              </a:rPr>
              <a:t>the last sync?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91640"/>
            <a:ext cx="5166360" cy="73152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21488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91640"/>
            <a:ext cx="2880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Segoe UI Semibold"/>
              </a:rPr>
              <a:t>Skip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532120" y="2057400"/>
            <a:ext cx="914400" cy="1645920"/>
          </a:xfrm>
          <a:prstGeom prst="line">
            <a:avLst/>
          </a:prstGeom>
          <a:ln w="22225">
            <a:solidFill>
              <a:srgbClr val="15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46520" y="2587752"/>
            <a:ext cx="5166360" cy="73152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87752"/>
            <a:ext cx="21488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Edited / new 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87752"/>
            <a:ext cx="2880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Segoe UI Semibold"/>
              </a:rPr>
              <a:t>Upload (conditional write)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532120" y="2953512"/>
            <a:ext cx="914400" cy="749808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46520" y="3483864"/>
            <a:ext cx="5166360" cy="73152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483864"/>
            <a:ext cx="21488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Edited / new in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483864"/>
            <a:ext cx="2880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Segoe UI Semibold"/>
              </a:rPr>
              <a:t>Download (atomic replace)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32120" y="3703320"/>
            <a:ext cx="914400" cy="146304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46520" y="4379976"/>
            <a:ext cx="5166360" cy="73152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379976"/>
            <a:ext cx="21488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Changed on both sides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379976"/>
            <a:ext cx="2880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Segoe UI Semibold"/>
              </a:rPr>
              <a:t>Conflict: both copies kept, reported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32120" y="3703320"/>
            <a:ext cx="914400" cy="1042416"/>
          </a:xfrm>
          <a:prstGeom prst="line">
            <a:avLst/>
          </a:prstGeom>
          <a:ln w="22225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46520" y="5276088"/>
            <a:ext cx="516636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276088"/>
            <a:ext cx="21488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Deleted on one 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276088"/>
            <a:ext cx="2880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Segoe UI Semibold"/>
              </a:rPr>
              <a:t>Keep the other copy and remember (default)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32120" y="3703320"/>
            <a:ext cx="914400" cy="1938528"/>
          </a:xfrm>
          <a:prstGeom prst="line">
            <a:avLst/>
          </a:prstGeom>
          <a:ln w="2222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074920"/>
            <a:ext cx="566928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First sync is cautious: a file already on both sides is a conflict, even if identical.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Deletions are copied only when the matching setting is turned on, and only if the other copy is unchanged.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Safety guarantees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Designed so that a sync tool can never be the reason data is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91440" cy="19659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Conditional uploads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315468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S3 only accepts the write if the object is still the version we saw. No silent overwrite.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9164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91640"/>
            <a:ext cx="91440" cy="19659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920240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Atomic downloads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423160"/>
            <a:ext cx="315468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Written to a temporary file, local file re-checked, then swapped in one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9164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691640"/>
            <a:ext cx="91440" cy="19659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Conflicts preserved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15468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Both copies stay untouched and are listed until the user resolves them.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91440" cy="19659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14800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Deletions off by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617720"/>
            <a:ext cx="315468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Opt-in, baseline-confirmed, and only if the other copy is unchanged.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88620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886200"/>
            <a:ext cx="91440" cy="19659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1999" y="4114800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Unsafe names blocked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617720"/>
            <a:ext cx="315468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Reserved names, “..”, links/junctions and case-only clashes are skipped.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88620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3886200"/>
            <a:ext cx="91440" cy="19659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14800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0F172A"/>
                </a:solidFill>
                <a:latin typeface="Segoe UI Semibold"/>
              </a:rPr>
              <a:t>No secrets in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17720"/>
            <a:ext cx="315468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Only error types are logged; settings never contain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Still recommended: S3 bucket versioning and an independent backup. Sync is not backup.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Everyday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Everything is one right-click away in the system tray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pic>
        <p:nvPicPr>
          <p:cNvPr id="7" name="Picture 6" descr="tray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3911203" cy="3429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3931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Status and identity windows stay open until you press Enter.</a:t>
            </a:r>
          </a:p>
        </p:txBody>
      </p:sp>
      <p:pic>
        <p:nvPicPr>
          <p:cNvPr id="9" name="Picture 8" descr="tray-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37360"/>
            <a:ext cx="6675120" cy="17193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2040" y="3520440"/>
            <a:ext cx="66751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0F172A"/>
                </a:solidFill>
                <a:latin typeface="Segoe UI Semibold"/>
              </a:rPr>
              <a:t>The tray icon is the health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931920"/>
            <a:ext cx="667512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Amber dot: a sync pass is running.  Red dot: conflicts or errors (with a Windows notification).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Hover for a summary; Show status for the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4983480"/>
            <a:ext cx="6675120" cy="11430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A5F3FC"/>
                </a:solidFill>
                <a:latin typeface="Consolas"/>
              </a:rPr>
              <a:t>SyncAgent.exe </a:t>
            </a:r>
            <a:r>
              <a:rPr sz="1500" b="0">
                <a:solidFill>
                  <a:srgbClr val="FFFFFF"/>
                </a:solidFill>
                <a:latin typeface="Consolas"/>
              </a:rPr>
              <a:t>--status  --logs  --reconfigure  --stop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Same actions from a terminal, for administrators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Key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Stored per user in %LOCALAPPDATA%\SyncAgent\config.json, never with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194560"/>
                <a:gridCol w="5303520"/>
              </a:tblGrid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Segoe UI Semibold"/>
                        </a:rPr>
                        <a:t>Setting</a:t>
                      </a:r>
                    </a:p>
                  </a:txBody>
                  <a:tcPr marL="137160" marR="137160">
                    <a:solidFill>
                      <a:srgbClr val="2563EB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Segoe UI Semibold"/>
                        </a:rPr>
                        <a:t>Default</a:t>
                      </a:r>
                    </a:p>
                  </a:txBody>
                  <a:tcPr marL="137160" marR="137160">
                    <a:solidFill>
                      <a:srgbClr val="2563EB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Segoe UI Semibold"/>
                        </a:rPr>
                        <a:t>Meaning</a:t>
                      </a:r>
                    </a:p>
                  </a:txBody>
                  <a:tcPr marL="137160" marR="137160"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local_path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Sync Agent Data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Folder to keep in sync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s3_bucket / s3_prefix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Where in S3 the files live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auth_method / aws_profile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access_keys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How Sync Agent signs in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sync_from_s3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Download changes (off = upload-only backup)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delete_on_s3 / delete_local</a:t>
                      </a:r>
                    </a:p>
                  </a:txBody>
                  <a:tcPr marL="137160" marR="137160">
                    <a:solidFill>
                      <a:srgbClr val="FEE2E2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off</a:t>
                      </a:r>
                    </a:p>
                  </a:txBody>
                  <a:tcPr marL="137160" marR="137160">
                    <a:solidFill>
                      <a:srgbClr val="FEE2E2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Copy deletions (destructive, opt-in)</a:t>
                      </a:r>
                    </a:p>
                  </a:txBody>
                  <a:tcPr marL="137160" marR="137160">
                    <a:solidFill>
                      <a:srgbClr val="FEE2E2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exclude_patterns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*.tmp, ~$* …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Files never synced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debounce_secs / poll_interval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5 s / 30 s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Quiet time after edits / how often S3 is checked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transfer_timeout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120 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Abandon a transfer that makes no progress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onsolas"/>
                        </a:rPr>
                        <a:t>autostart / notifications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off / on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Segoe UI"/>
                        </a:rPr>
                        <a:t>Start at sign-in / alert on problems</a:t>
                      </a:r>
                    </a:p>
                  </a:txBody>
                  <a:tcPr marL="137160" marR="13716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Change them with Reconfigure: validated, reviewed, applied with automatic rollback on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Rolling out to many computers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One prepared settings file replaces the wizard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Prepare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E0F2FE"/>
                </a:solidFill>
                <a:latin typeface="Segoe UI"/>
              </a:rPr>
              <a:t>edit SyncAgent.config.json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377440"/>
            <a:ext cx="502920" cy="0"/>
          </a:xfrm>
          <a:prstGeom prst="line">
            <a:avLst/>
          </a:prstGeom>
          <a:ln w="317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7830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Share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E0F2FE"/>
                </a:solidFill>
                <a:latin typeface="Segoe UI"/>
              </a:rPr>
              <a:t>USB stick or network share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2377440"/>
            <a:ext cx="502920" cy="0"/>
          </a:xfrm>
          <a:prstGeom prst="line">
            <a:avLst/>
          </a:prstGeom>
          <a:ln w="317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59" y="17830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Run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E0F2FE"/>
                </a:solidFill>
                <a:latin typeface="Segoe UI"/>
              </a:rPr>
              <a:t>SyncAgentSetup.exe --yes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2377440"/>
            <a:ext cx="502919" cy="0"/>
          </a:xfrm>
          <a:prstGeom prst="line">
            <a:avLst/>
          </a:prstGeom>
          <a:ln w="317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89719" y="17830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Done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E0F2FE"/>
                </a:solidFill>
                <a:latin typeface="Segoe UI"/>
              </a:rPr>
              <a:t>installed, configured, syncing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01568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B45309"/>
                </a:solidFill>
                <a:latin typeface="Segoe UI Semibold"/>
              </a:rPr>
              <a:t>No credentials in the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58768"/>
            <a:ext cx="315468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Each PC needs a working AWS profile: SSO, Roles Anywhere or keys.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29184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401568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B45309"/>
                </a:solidFill>
                <a:latin typeface="Segoe UI Semibold"/>
              </a:rPr>
              <a:t>Same file = same S3 prefix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858768"/>
            <a:ext cx="315468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PCs sharing a file sync with each other. Use one file per PC for separate areas.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29184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401568"/>
            <a:ext cx="3154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B45309"/>
                </a:solidFill>
                <a:latin typeface="Segoe UI Semibold"/>
              </a:rPr>
              <a:t>Paths must exist everywhere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858768"/>
            <a:ext cx="315468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Use a fixed folder such as C:\Users\Public\…; %USERPROFILE% is not expanded.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A5F3FC"/>
                </a:solidFill>
                <a:latin typeface="Segoe UI"/>
              </a:rPr>
              <a:t>SyncAgent.config.json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{ "local_path": "C:\\Users\\Public\\Sync Agent Data", "s3_bucket": "example-company-sync",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"s3_prefix": "workstations/office", "auth_method": "sso", "aws_profile": "company-sso", "autostart": true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Install, upgrade and uninstall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Everything is per user: no services, no admin rights, no system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691640"/>
            <a:ext cx="2291486" cy="868680"/>
          </a:xfrm>
          <a:prstGeom prst="homePlat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Validate</a:t>
            </a:r>
          </a:p>
        </p:txBody>
      </p:sp>
      <p:sp>
        <p:nvSpPr>
          <p:cNvPr id="8" name="Chevron 7"/>
          <p:cNvSpPr/>
          <p:nvPr/>
        </p:nvSpPr>
        <p:spPr>
          <a:xfrm>
            <a:off x="2693822" y="1691640"/>
            <a:ext cx="2291486" cy="8686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Copy &amp; test</a:t>
            </a:r>
          </a:p>
        </p:txBody>
      </p:sp>
      <p:sp>
        <p:nvSpPr>
          <p:cNvPr id="9" name="Chevron 8"/>
          <p:cNvSpPr/>
          <p:nvPr/>
        </p:nvSpPr>
        <p:spPr>
          <a:xfrm>
            <a:off x="4839004" y="1691640"/>
            <a:ext cx="2291486" cy="8686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Stop agent</a:t>
            </a:r>
          </a:p>
        </p:txBody>
      </p:sp>
      <p:sp>
        <p:nvSpPr>
          <p:cNvPr id="10" name="Chevron 9"/>
          <p:cNvSpPr/>
          <p:nvPr/>
        </p:nvSpPr>
        <p:spPr>
          <a:xfrm>
            <a:off x="6984187" y="1691640"/>
            <a:ext cx="2291486" cy="8686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Swap folders</a:t>
            </a:r>
          </a:p>
        </p:txBody>
      </p:sp>
      <p:sp>
        <p:nvSpPr>
          <p:cNvPr id="11" name="Chevron 10"/>
          <p:cNvSpPr/>
          <p:nvPr/>
        </p:nvSpPr>
        <p:spPr>
          <a:xfrm>
            <a:off x="9129369" y="1691640"/>
            <a:ext cx="2291486" cy="8686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201168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Add shortcuts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11064240" cy="59436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B91C1C"/>
                </a:solidFill>
                <a:latin typeface="Segoe UI Semibold"/>
              </a:rPr>
              <a:t>Any failure → </a:t>
            </a:r>
            <a:r>
              <a:rPr sz="1500" b="0">
                <a:solidFill>
                  <a:srgbClr val="0F172A"/>
                </a:solidFill>
                <a:latin typeface="Segoe UI"/>
              </a:rPr>
              <a:t>the previous version and its startup entry are restored automatically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86200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B91C1C"/>
                </a:solidFill>
                <a:latin typeface="Segoe UI Semibold"/>
              </a:rPr>
              <a:t>Uninstall removes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389120"/>
            <a:ext cx="4937760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•  Application folder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•  Start Menu shortcut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•  Installed apps entry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•  Start-at-login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886200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5803D"/>
                </a:solidFill>
                <a:latin typeface="Segoe UI Semibold"/>
              </a:rPr>
              <a:t>Uninstall keeps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4937760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•  Your sync folder and everything in S3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•  Settings, logs and sync history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•  AWS CLI and AWS profiles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899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0">
                <a:solidFill>
                  <a:srgbClr val="0F172A"/>
                </a:solidFill>
                <a:latin typeface="Segoe UI Semibold"/>
              </a:rPr>
              <a:t>Tested on real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Automated, native and one-command acceptance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Sync Agent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3566160" cy="960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4600" b="0">
                <a:solidFill>
                  <a:srgbClr val="2563EB"/>
                </a:solidFill>
                <a:latin typeface="Segoe UI Semibold"/>
              </a:rPr>
              <a:t>217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20040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automated tests on
every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755648"/>
            <a:ext cx="3566160" cy="960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4600" b="0">
                <a:solidFill>
                  <a:srgbClr val="06B6D4"/>
                </a:solidFill>
                <a:latin typeface="Segoe UI Semibold"/>
              </a:rPr>
              <a:t>20 /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697480"/>
            <a:ext cx="320040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acceptance checks passed
on Windows 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916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755648"/>
            <a:ext cx="3566160" cy="960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4600" b="0">
                <a:solidFill>
                  <a:srgbClr val="15803D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697480"/>
            <a:ext cx="320040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installation blockers found
and fixed during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11064240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2011680" cy="53035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Segoe UI Semibold"/>
              </a:rPr>
              <a:t>Windows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49039"/>
            <a:ext cx="6035040" cy="53035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Install, upgrade, uninstall and tray 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840479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70831"/>
            <a:ext cx="11064240" cy="530352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70831"/>
            <a:ext cx="2011680" cy="53035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Segoe UI Semibold"/>
              </a:rPr>
              <a:t>Code signing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70831"/>
            <a:ext cx="6035040" cy="53035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Built into build.bat + CI, proven with a test certificate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4462271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Needs certificate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92624"/>
            <a:ext cx="11064240" cy="530352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92624"/>
            <a:ext cx="2011680" cy="53035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Segoe UI Semibold"/>
              </a:rPr>
              <a:t>Windows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992624"/>
            <a:ext cx="6035040" cy="53035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One command: acceptance-test.ps1 + SyncAgentSetup.exe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5084064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Ready to 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14416"/>
            <a:ext cx="11064240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14416"/>
            <a:ext cx="2011680" cy="53035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Segoe UI Semibold"/>
              </a:rPr>
              <a:t>Live 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614416"/>
            <a:ext cx="6035040" cy="53035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Real end-to-end sync against a test bucket, self-cleaning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5705855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Passed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F3A"/>
            </a:gs>
            <a:gs pos="100000">
              <a:srgbClr val="0E3A6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Summary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691640"/>
            <a:ext cx="585216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Simple  </a:t>
            </a:r>
            <a:r>
              <a:rPr sz="1700" b="0">
                <a:solidFill>
                  <a:srgbClr val="CBD5E1"/>
                </a:solidFill>
                <a:latin typeface="Segoe UI"/>
              </a:rPr>
              <a:t>one installer, four questions, then it lives in the tray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606039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560320"/>
            <a:ext cx="585216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Safe  </a:t>
            </a:r>
            <a:r>
              <a:rPr sz="1700" b="0">
                <a:solidFill>
                  <a:srgbClr val="CBD5E1"/>
                </a:solidFill>
                <a:latin typeface="Segoe UI"/>
              </a:rPr>
              <a:t>conditional writes, conflicts preserved, deletions off by default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429000"/>
            <a:ext cx="585216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Flexible  </a:t>
            </a:r>
            <a:r>
              <a:rPr sz="1700" b="0">
                <a:solidFill>
                  <a:srgbClr val="CBD5E1"/>
                </a:solidFill>
                <a:latin typeface="Segoe UI"/>
              </a:rPr>
              <a:t>five AWS sign-in methods, one-file rollout to many PCs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343399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297679"/>
            <a:ext cx="585216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Transparent  </a:t>
            </a:r>
            <a:r>
              <a:rPr sz="1700" b="0">
                <a:solidFill>
                  <a:srgbClr val="CBD5E1"/>
                </a:solidFill>
                <a:latin typeface="Segoe UI"/>
              </a:rPr>
              <a:t>tray status, notifications, --status and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69164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12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828800"/>
            <a:ext cx="3200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A5F3FC"/>
                </a:solidFill>
                <a:latin typeface="Segoe UI Semibold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331720"/>
            <a:ext cx="3200400" cy="2560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•  Run acceptance on Windows 10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•  Add a code-signing certificate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•  GitHub release, then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Segoe UI Semibold"/>
              </a:rPr>
              <a:t>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github.com/Abdelkoddous0/sync_agent   ·   docs/ for installation, configuration and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